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you're a parent looking at yet another math app, here are the three things you actually want to know: what your child experiences, what you get to see, and how your family's data is treated. Let's take them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what your child experiences. Mr. Cadabra teaches the way a good human tutor does — he explains out loud, draws every step, and asks the next question instead of just giving the answer. And he stays on task: math only, no matter how creatively your kid tries to change the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Second, what you see. Your own parent code opens a read-only view of your child's real progress — what's mastered, what's slipping, and most useful of all, where to help next. Every number comes from an actual scored check. Nothing is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even track time honestly. A minute only counts when your child is actually working — if they walk away or switch tabs, the clock stops. So when the dashboard says forty-two minutes today, that's forty-two minutes of real math. A weekly progress email is included with every plan at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third — your family's data. There's no microphone, ever: the tutor talks and your child types, so no student voice is recorded. We never sell student data and show no ads. And you hold the keys — you control the account, and one email deletes everything. These are privacy promises we can actually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fastest way to judge MyTutor is to try it yourself — the sample lesson takes two minutes and there's no sign-up. Visit mrcadabra.com, and if you have a question, a real person answers the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F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6459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charge.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child experiences, what you see, and how your family's data is treated.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MyTutor · with Mr. Cadabra · mrcadabra.com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2916"/>
            <a:ext cx="4480560" cy="3037668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 that teaches — never just answers.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Cadabra explains out loud, draws each step, and asks the next question instead of handing over the answer. He's math-only and won't be talked off topic — kids do try.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9200"/>
            <a:ext cx="4480560" cy="2885100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892040" y="1051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window in.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92040" y="23774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parent code opens a read-only dashboard: how they're doing, where to help next, and real scores from real checks — never invented numbers.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time, honest numbers.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counts only when your child is actually working — walk away or switch tabs and the clock stops. "42 minutes today" means 42 minutes of math.</a:t>
            </a:r>
            <a:endParaRPr lang="en-US" sz="1450" dirty="0"/>
          </a:p>
        </p:txBody>
      </p:sp>
      <p:pic>
        <p:nvPicPr>
          <p:cNvPr id="4" name="Image 0" descr="/home/claude/mytutor/static/shots/time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8229600" cy="1224643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promises we can keep.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microphone, ever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talks; your child types. No student voice is recorded or sent anywhere.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93592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sold, no ads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93592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sell student data. No email, phone, photos, or location asked of children.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2784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sx="100000" sy="100000" kx="0" ky="0" algn="bl" rotWithShape="0" blurRad="177800" dist="63500" dir="5400000">
              <a:srgbClr val="3C287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384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01384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the keys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1384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codes, you see the dashboard, and one email deletes your child's data.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before your child does.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097280" y="2788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two-minute sample lesson tells you everything.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9728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mrcadabra.com/demo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2026-07-31T01:05:45Z</dcterms:created>
  <dcterms:modified xsi:type="dcterms:W3CDTF">2026-07-31T01:05:45Z</dcterms:modified>
</cp:coreProperties>
</file>