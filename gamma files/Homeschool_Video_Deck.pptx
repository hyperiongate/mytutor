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Homeschooling math is a big job — and this is the teacher who never runs out of patience. MyTutor was built for homeschool families first, and it comes with something most apps forget: the records your homeschool actually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Mr. Cadabra teaches every lesson out loud, one Socratic step at a time, across eight complete courses — Pre-Algebra all the way through Calculus. Placement finds exactly where your student belongs, and mastery checks prove when they're ready to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get your own window in: a read-only parent view that shows what's mastered, what needs work, and exactly where to help next. It's the report a tutor would give you after every session — always current, never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here's the homeschool part: honest hours. MyTutor counts a minute only when your student is actually working — an open, idle tab counts nothing. Many states ask homeschool families to log instructional hours, and this is that log, kept automatically and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paperwork side is handled too. Every course has a printable scope and sequence for your records. The hours log keeps itself. And mastery evidence — real scored checks — shows demonstrated skill, not just attendance. Your state's rules stay your call; MyTutor hands you the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MyTutor was built for homeschool families — and founding families lock in introductory pricing plus a direct line to the builder. Try a full lesson free at mrcadabra.com. We think Mr. Cadabra is about to become part of your school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F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HOMESCHOOL FAMILIES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6459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teacher in your homeschool.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honest teaching — plus the records your homeschool actually needs.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MyTutor · with Mr. Cadabra · mrcadabra.com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les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52916"/>
            <a:ext cx="4480560" cy="3037668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2920" y="1051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teaches out loud, step by step.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23774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Cadabra talks your student through every problem, draws it on the whiteboard, and never races ahead. Eight complete courses, Pre-Algebra through Calculus, placement to mastery.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9200"/>
            <a:ext cx="4480560" cy="2885100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892040" y="1051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progress without hovering.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92040" y="23774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read-only parent view shows what's mastered, what needs work, and "where to help next" — real scores from real checks.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you can log with a straight face.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 counts only when your student is actually working. Many states ask homeschoolers to log instructional hours — this is that log, kept honestly and automatically.</a:t>
            </a:r>
            <a:endParaRPr lang="en-US" sz="1450" dirty="0"/>
          </a:p>
        </p:txBody>
      </p:sp>
      <p:pic>
        <p:nvPicPr>
          <p:cNvPr id="4" name="Image 0" descr="/home/claude/mytutor/static/shots/time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40280"/>
            <a:ext cx="8229600" cy="1224643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Homeschool paperwork, handled.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printable plan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page doubles as a scope &amp; sequence — print it for portfolios and filings.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93592" y="25146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hours log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93592" y="29718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instructional minutes per day and per course, kept for you automatically.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2784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1384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01384" y="25146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evidence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1384" y="29718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checks and assessment results — demonstrated skill, not just attendance.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homeschool families.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097280" y="27889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full lesson free — no card, no microphone. Founding families lock in introductory pricing.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97280" y="3657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mrcadabra.com/homeschool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2026-07-31T01:05:45Z</dcterms:created>
  <dcterms:modified xsi:type="dcterms:W3CDTF">2026-07-31T01:05:45Z</dcterms:modified>
</cp:coreProperties>
</file>