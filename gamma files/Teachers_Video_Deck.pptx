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teach math to more than one student — a co-op, a microschool, or a classroom — here's what MyTutor looks like from the front of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student in your class gets the same patient one-on-one tutor, working at their own placed level. That means intervention without stigma — a ninth grader can quietly rebuild fractions without ever seeing a grade level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classroom view: the mastery heatmap. Every cell is a student's best real check score on a unit — gold stars mean mastered. And 'needs attention' names the unit your whole class is weakest on, so you know exactly what to reteach.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any name and you get that student's full dashboard — their units, their accuracy, their streak, and honest time-on-task where idle minutes never count. It's the picture you'd build by hand, already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built for the realities of a classroom. You add students by code — no student emails, no new personal data. There are no microphones to manage; headphones are all you need. And the built-in course assessment maps each student's strengths for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We're partnering with a limited number of classrooms this term: you get MyTutor free for the pilot, we get your honest feedback. Email support@mrcadabra.com and tell us about your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gamma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F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TEACHERS, CO-OPS &amp; MICROSCHOOLS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164592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whole class at a glance.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gets a one-on-one tutor. You get the classroom view.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MyTutor · with Mr. Cadabra · mrcadabra.com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static/shots/les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052916"/>
            <a:ext cx="4480560" cy="3037668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3C2878">
                <a:alpha val="2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02920" y="105156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student, tutored one-on-one.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23774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Cadabra teaches each student individually — out loud, Socratically, at their own placement level. A 9th grader can rebuild fractions without ever seeing a grade label.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static/shots/tea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14919"/>
            <a:ext cx="4480560" cy="311366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3C2878">
                <a:alpha val="2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4892040" y="105156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mastery heatmap.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892040" y="23774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 score per unit, per student — gold star at 80%+. "Needs attention" names the unit your class is actually weakest on. Real scores, not participation points.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static/sho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938893"/>
            <a:ext cx="4480560" cy="3265714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3C2878">
                <a:alpha val="2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02920" y="105156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any student.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23774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opens any student's full dashboard: units, accuracy, streak, and honest time-on-task — idle time never counts.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real classrooms.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679192" cy="2651760"/>
          </a:xfrm>
          <a:prstGeom prst="roundRect">
            <a:avLst>
              <a:gd name="adj" fmla="val 4138"/>
            </a:avLst>
          </a:prstGeom>
          <a:solidFill>
            <a:srgbClr val="F6F3FF"/>
          </a:solidFill>
          <a:ln w="12700">
            <a:solidFill>
              <a:srgbClr val="E5DFF7"/>
            </a:solidFill>
            <a:prstDash val="solid"/>
          </a:ln>
          <a:effectLst>
            <a:outerShdw sx="100000" sy="100000" kx="0" ky="0" algn="bl" rotWithShape="0" blurRad="177800" dist="63500" dir="5400000">
              <a:srgbClr val="3C2878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874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by code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students with their login codes — no student emails, no new personal data collected.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64992" y="1645920"/>
            <a:ext cx="2679192" cy="2651760"/>
          </a:xfrm>
          <a:prstGeom prst="roundRect">
            <a:avLst>
              <a:gd name="adj" fmla="val 4138"/>
            </a:avLst>
          </a:prstGeom>
          <a:solidFill>
            <a:srgbClr val="F6F3FF"/>
          </a:solidFill>
          <a:ln w="12700">
            <a:solidFill>
              <a:srgbClr val="E5DFF7"/>
            </a:solidFill>
            <a:prstDash val="solid"/>
          </a:ln>
          <a:effectLst>
            <a:outerShdw sx="100000" sy="100000" kx="0" ky="0" algn="bl" rotWithShape="0" blurRad="177800" dist="63500" dir="5400000">
              <a:srgbClr val="3C287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93592" y="1874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93592" y="25146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microphones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93592" y="297180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tutor talks, students type. Headphones are all your room needs.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2784" y="1645920"/>
            <a:ext cx="2679192" cy="2651760"/>
          </a:xfrm>
          <a:prstGeom prst="roundRect">
            <a:avLst>
              <a:gd name="adj" fmla="val 4138"/>
            </a:avLst>
          </a:prstGeom>
          <a:solidFill>
            <a:srgbClr val="F6F3FF"/>
          </a:solidFill>
          <a:ln w="12700">
            <a:solidFill>
              <a:srgbClr val="E5DFF7"/>
            </a:solidFill>
            <a:prstDash val="solid"/>
          </a:ln>
          <a:effectLst>
            <a:outerShdw sx="100000" sy="100000" kx="0" ky="0" algn="bl" rotWithShape="0" blurRad="177800" dist="63500" dir="5400000">
              <a:srgbClr val="3C2878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01384" y="1874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01384" y="25146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 included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01384" y="297180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friendly course assessment maps each student's strengths and recommends a path.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gamma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5448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it free this term.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097280" y="27889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limited number of classrooms get MyTutor free — we get your honest feedback.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97280" y="3657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support@mrcadabra.com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2026-07-31T01:05:45Z</dcterms:created>
  <dcterms:modified xsi:type="dcterms:W3CDTF">2026-07-31T01:05:45Z</dcterms:modified>
</cp:coreProperties>
</file>